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ta" panose="020B0604020202020204" charset="0"/>
      <p:regular r:id="rId11"/>
    </p:embeddedFont>
    <p:embeddedFont>
      <p:font typeface="Alta Light" panose="020B0604020202020204" charset="0"/>
      <p:regular r:id="rId12"/>
    </p:embeddedFont>
    <p:embeddedFont>
      <p:font typeface="Baskerville Display PT Bold Italics" panose="020B0604020202020204" charset="-1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TAN Mon Cheri" panose="020B0604020202020204" charset="0"/>
      <p:regular r:id="rId18"/>
    </p:embeddedFont>
    <p:embeddedFont>
      <p:font typeface="TT Chocolates" panose="020B0604020202020204" charset="-1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ttya" userId="bcdbe08f-3858-410f-a7d8-5e5fc0aa66ce" providerId="ADAL" clId="{C7E4B295-1109-4536-8DFE-51F5EF004A7A}"/>
    <pc:docChg chg="undo redo custSel modSld">
      <pc:chgData name="Dorottya" userId="bcdbe08f-3858-410f-a7d8-5e5fc0aa66ce" providerId="ADAL" clId="{C7E4B295-1109-4536-8DFE-51F5EF004A7A}" dt="2025-12-04T08:14:05.525" v="95" actId="1076"/>
      <pc:docMkLst>
        <pc:docMk/>
      </pc:docMkLst>
      <pc:sldChg chg="addSp delSp modSp mod">
        <pc:chgData name="Dorottya" userId="bcdbe08f-3858-410f-a7d8-5e5fc0aa66ce" providerId="ADAL" clId="{C7E4B295-1109-4536-8DFE-51F5EF004A7A}" dt="2025-12-04T08:01:20.782" v="18" actId="1440"/>
        <pc:sldMkLst>
          <pc:docMk/>
          <pc:sldMk cId="0" sldId="256"/>
        </pc:sldMkLst>
        <pc:picChg chg="add del mod">
          <ac:chgData name="Dorottya" userId="bcdbe08f-3858-410f-a7d8-5e5fc0aa66ce" providerId="ADAL" clId="{C7E4B295-1109-4536-8DFE-51F5EF004A7A}" dt="2025-12-04T07:59:30.925" v="7" actId="21"/>
          <ac:picMkLst>
            <pc:docMk/>
            <pc:sldMk cId="0" sldId="256"/>
            <ac:picMk id="6" creationId="{9C0F2F93-9DB5-44CA-870B-017A2E646278}"/>
          </ac:picMkLst>
        </pc:picChg>
        <pc:picChg chg="add mod">
          <ac:chgData name="Dorottya" userId="bcdbe08f-3858-410f-a7d8-5e5fc0aa66ce" providerId="ADAL" clId="{C7E4B295-1109-4536-8DFE-51F5EF004A7A}" dt="2025-12-04T08:01:20.782" v="18" actId="1440"/>
          <ac:picMkLst>
            <pc:docMk/>
            <pc:sldMk cId="0" sldId="256"/>
            <ac:picMk id="7" creationId="{4EE58AD6-9980-4CD7-8138-6A2979778D56}"/>
          </ac:picMkLst>
        </pc:picChg>
      </pc:sldChg>
      <pc:sldChg chg="addSp delSp modSp mod">
        <pc:chgData name="Dorottya" userId="bcdbe08f-3858-410f-a7d8-5e5fc0aa66ce" providerId="ADAL" clId="{C7E4B295-1109-4536-8DFE-51F5EF004A7A}" dt="2025-12-04T08:03:04.374" v="47" actId="1076"/>
        <pc:sldMkLst>
          <pc:docMk/>
          <pc:sldMk cId="0" sldId="258"/>
        </pc:sldMkLst>
        <pc:picChg chg="add del mod">
          <ac:chgData name="Dorottya" userId="bcdbe08f-3858-410f-a7d8-5e5fc0aa66ce" providerId="ADAL" clId="{C7E4B295-1109-4536-8DFE-51F5EF004A7A}" dt="2025-12-04T08:01:53.459" v="25" actId="21"/>
          <ac:picMkLst>
            <pc:docMk/>
            <pc:sldMk cId="0" sldId="258"/>
            <ac:picMk id="7" creationId="{4CF7886D-602B-4E33-A968-92A953FB7C5D}"/>
          </ac:picMkLst>
        </pc:picChg>
        <pc:picChg chg="add mod">
          <ac:chgData name="Dorottya" userId="bcdbe08f-3858-410f-a7d8-5e5fc0aa66ce" providerId="ADAL" clId="{C7E4B295-1109-4536-8DFE-51F5EF004A7A}" dt="2025-12-04T08:03:04.374" v="47" actId="1076"/>
          <ac:picMkLst>
            <pc:docMk/>
            <pc:sldMk cId="0" sldId="258"/>
            <ac:picMk id="8" creationId="{681BA1C5-1D05-4EA6-AC11-54EFE6695244}"/>
          </ac:picMkLst>
        </pc:picChg>
        <pc:picChg chg="add mod">
          <ac:chgData name="Dorottya" userId="bcdbe08f-3858-410f-a7d8-5e5fc0aa66ce" providerId="ADAL" clId="{C7E4B295-1109-4536-8DFE-51F5EF004A7A}" dt="2025-12-04T08:02:38.104" v="44" actId="1076"/>
          <ac:picMkLst>
            <pc:docMk/>
            <pc:sldMk cId="0" sldId="258"/>
            <ac:picMk id="9" creationId="{7BB57EEE-76BF-4728-9B08-822C04F93F28}"/>
          </ac:picMkLst>
        </pc:picChg>
      </pc:sldChg>
      <pc:sldChg chg="addSp delSp modSp mod">
        <pc:chgData name="Dorottya" userId="bcdbe08f-3858-410f-a7d8-5e5fc0aa66ce" providerId="ADAL" clId="{C7E4B295-1109-4536-8DFE-51F5EF004A7A}" dt="2025-12-04T08:02:13.411" v="33" actId="1440"/>
        <pc:sldMkLst>
          <pc:docMk/>
          <pc:sldMk cId="0" sldId="259"/>
        </pc:sldMkLst>
        <pc:picChg chg="add del mod">
          <ac:chgData name="Dorottya" userId="bcdbe08f-3858-410f-a7d8-5e5fc0aa66ce" providerId="ADAL" clId="{C7E4B295-1109-4536-8DFE-51F5EF004A7A}" dt="2025-12-04T08:02:03.670" v="29" actId="21"/>
          <ac:picMkLst>
            <pc:docMk/>
            <pc:sldMk cId="0" sldId="259"/>
            <ac:picMk id="10" creationId="{A603C2B4-A98E-47FD-B036-7FC8DE192C0E}"/>
          </ac:picMkLst>
        </pc:picChg>
        <pc:picChg chg="add mod">
          <ac:chgData name="Dorottya" userId="bcdbe08f-3858-410f-a7d8-5e5fc0aa66ce" providerId="ADAL" clId="{C7E4B295-1109-4536-8DFE-51F5EF004A7A}" dt="2025-12-04T08:02:13.411" v="33" actId="1440"/>
          <ac:picMkLst>
            <pc:docMk/>
            <pc:sldMk cId="0" sldId="259"/>
            <ac:picMk id="11" creationId="{3DF42B63-9DA6-414A-9F29-87B92B5174CA}"/>
          </ac:picMkLst>
        </pc:picChg>
      </pc:sldChg>
      <pc:sldChg chg="modSp mod">
        <pc:chgData name="Dorottya" userId="bcdbe08f-3858-410f-a7d8-5e5fc0aa66ce" providerId="ADAL" clId="{C7E4B295-1109-4536-8DFE-51F5EF004A7A}" dt="2025-12-04T08:12:53.904" v="85" actId="1076"/>
        <pc:sldMkLst>
          <pc:docMk/>
          <pc:sldMk cId="0" sldId="260"/>
        </pc:sldMkLst>
        <pc:spChg chg="mod">
          <ac:chgData name="Dorottya" userId="bcdbe08f-3858-410f-a7d8-5e5fc0aa66ce" providerId="ADAL" clId="{C7E4B295-1109-4536-8DFE-51F5EF004A7A}" dt="2025-12-04T08:12:40.073" v="80" actId="313"/>
          <ac:spMkLst>
            <pc:docMk/>
            <pc:sldMk cId="0" sldId="260"/>
            <ac:spMk id="5" creationId="{00000000-0000-0000-0000-000000000000}"/>
          </ac:spMkLst>
        </pc:spChg>
        <pc:spChg chg="mod">
          <ac:chgData name="Dorottya" userId="bcdbe08f-3858-410f-a7d8-5e5fc0aa66ce" providerId="ADAL" clId="{C7E4B295-1109-4536-8DFE-51F5EF004A7A}" dt="2025-12-04T08:12:49.637" v="8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orottya" userId="bcdbe08f-3858-410f-a7d8-5e5fc0aa66ce" providerId="ADAL" clId="{C7E4B295-1109-4536-8DFE-51F5EF004A7A}" dt="2025-12-04T08:12:53.904" v="85" actId="1076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Dorottya" userId="bcdbe08f-3858-410f-a7d8-5e5fc0aa66ce" providerId="ADAL" clId="{C7E4B295-1109-4536-8DFE-51F5EF004A7A}" dt="2025-12-04T08:14:05.525" v="95" actId="1076"/>
        <pc:sldMkLst>
          <pc:docMk/>
          <pc:sldMk cId="0" sldId="261"/>
        </pc:sldMkLst>
        <pc:picChg chg="add del mod modCrop">
          <ac:chgData name="Dorottya" userId="bcdbe08f-3858-410f-a7d8-5e5fc0aa66ce" providerId="ADAL" clId="{C7E4B295-1109-4536-8DFE-51F5EF004A7A}" dt="2025-12-04T08:13:44.154" v="90" actId="21"/>
          <ac:picMkLst>
            <pc:docMk/>
            <pc:sldMk cId="0" sldId="261"/>
            <ac:picMk id="10" creationId="{D339290A-A5C9-4174-A9F1-95242AE97AC4}"/>
          </ac:picMkLst>
        </pc:picChg>
        <pc:picChg chg="add mod">
          <ac:chgData name="Dorottya" userId="bcdbe08f-3858-410f-a7d8-5e5fc0aa66ce" providerId="ADAL" clId="{C7E4B295-1109-4536-8DFE-51F5EF004A7A}" dt="2025-12-04T08:14:05.525" v="95" actId="1076"/>
          <ac:picMkLst>
            <pc:docMk/>
            <pc:sldMk cId="0" sldId="261"/>
            <ac:picMk id="11" creationId="{4EC47D32-1767-485D-9A33-618956BA180A}"/>
          </ac:picMkLst>
        </pc:picChg>
      </pc:sldChg>
      <pc:sldChg chg="addSp modSp mod">
        <pc:chgData name="Dorottya" userId="bcdbe08f-3858-410f-a7d8-5e5fc0aa66ce" providerId="ADAL" clId="{C7E4B295-1109-4536-8DFE-51F5EF004A7A}" dt="2025-12-04T08:11:33.017" v="78" actId="20577"/>
        <pc:sldMkLst>
          <pc:docMk/>
          <pc:sldMk cId="0" sldId="262"/>
        </pc:sldMkLst>
        <pc:spChg chg="add mod">
          <ac:chgData name="Dorottya" userId="bcdbe08f-3858-410f-a7d8-5e5fc0aa66ce" providerId="ADAL" clId="{C7E4B295-1109-4536-8DFE-51F5EF004A7A}" dt="2025-12-04T08:11:33.017" v="78" actId="20577"/>
          <ac:spMkLst>
            <pc:docMk/>
            <pc:sldMk cId="0" sldId="262"/>
            <ac:spMk id="11" creationId="{DE19ED13-A671-4E0C-8E0F-402AD33CE9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E36E4-6315-41D7-BC39-9846D7CC1AD8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58F2D-DC9F-4D89-8B5D-3BB08A6E0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544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58F2D-DC9F-4D89-8B5D-3BB08A6E009A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71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0388" y="3143704"/>
            <a:ext cx="7660310" cy="3103538"/>
            <a:chOff x="0" y="0"/>
            <a:chExt cx="10213747" cy="4138050"/>
          </a:xfrm>
        </p:grpSpPr>
        <p:sp>
          <p:nvSpPr>
            <p:cNvPr id="3" name="TextBox 3"/>
            <p:cNvSpPr txBox="1"/>
            <p:nvPr/>
          </p:nvSpPr>
          <p:spPr>
            <a:xfrm>
              <a:off x="0" y="57150"/>
              <a:ext cx="10213747" cy="923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74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89638"/>
              <a:ext cx="10213747" cy="2648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94"/>
                </a:lnSpc>
              </a:pPr>
              <a:r>
                <a:rPr lang="en-US" sz="5865" spc="363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KIGYÓS</a:t>
              </a:r>
            </a:p>
            <a:p>
              <a:pPr algn="ctr">
                <a:lnSpc>
                  <a:spcPts val="8094"/>
                </a:lnSpc>
              </a:pPr>
              <a:r>
                <a:rPr lang="en-US" sz="5865" spc="363">
                  <a:solidFill>
                    <a:srgbClr val="000000"/>
                  </a:solidFill>
                  <a:latin typeface="TAN Mon Cheri"/>
                  <a:ea typeface="TAN Mon Cheri"/>
                  <a:cs typeface="TAN Mon Cheri"/>
                  <a:sym typeface="TAN Mon Cheri"/>
                </a:rPr>
                <a:t>JÁTÉK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76150" y="7946400"/>
            <a:ext cx="5288787" cy="188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1"/>
              </a:lnSpc>
            </a:pPr>
            <a:r>
              <a:rPr lang="en-US" sz="3340" spc="207">
                <a:solidFill>
                  <a:srgbClr val="000000"/>
                </a:solidFill>
                <a:latin typeface="Alta Light"/>
                <a:ea typeface="Alta Light"/>
                <a:cs typeface="Alta Light"/>
                <a:sym typeface="Alta Light"/>
              </a:rPr>
              <a:t>készítette: Kántor Dorottya, Gyimesi Ádám, Kovács Krisztofer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EE58AD6-9980-4CD7-8138-6A297977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598" y="4762"/>
            <a:ext cx="8833402" cy="10287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15131" b="-151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64063"/>
            <a:ext cx="16230600" cy="79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2"/>
              </a:lnSpc>
            </a:pPr>
            <a:r>
              <a:rPr lang="en-US" sz="4349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PROJEKT LEÍRÁSA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1359987"/>
            <a:ext cx="12093085" cy="4974928"/>
            <a:chOff x="0" y="0"/>
            <a:chExt cx="16124113" cy="6633237"/>
          </a:xfrm>
        </p:grpSpPr>
        <p:sp>
          <p:nvSpPr>
            <p:cNvPr id="5" name="TextBox 5"/>
            <p:cNvSpPr txBox="1"/>
            <p:nvPr/>
          </p:nvSpPr>
          <p:spPr>
            <a:xfrm>
              <a:off x="0" y="104775"/>
              <a:ext cx="16124113" cy="956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6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646461"/>
              <a:ext cx="16061221" cy="4986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projekt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célja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hogy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egy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egyszerű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de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szórakoztató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játék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létrehozása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volt,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amelyet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mesterségintelligencia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segítségével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fejlesztettünk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 A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feladat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során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az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volt a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célunk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hogy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egy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klasszikus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játékot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modernizáljunk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és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kísérletezzünk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azzal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hogyan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tud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egy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AI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assistent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például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(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ChatGPT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)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támogatni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minket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fejlesztés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60" spc="49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folyamatában</a:t>
              </a:r>
              <a:r>
                <a:rPr lang="en-US" sz="3560" spc="49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</a:t>
              </a:r>
            </a:p>
            <a:p>
              <a:pPr algn="l">
                <a:lnSpc>
                  <a:spcPts val="4201"/>
                </a:lnSpc>
              </a:pPr>
              <a:endParaRPr lang="en-US" sz="3560" spc="49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15131" b="-1513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64063"/>
            <a:ext cx="16230600" cy="155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2"/>
              </a:lnSpc>
            </a:pPr>
            <a:r>
              <a:rPr lang="en-US" sz="4349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JÁTÉK</a:t>
            </a:r>
          </a:p>
          <a:p>
            <a:pPr algn="ctr">
              <a:lnSpc>
                <a:spcPts val="6002"/>
              </a:lnSpc>
            </a:pPr>
            <a:endParaRPr lang="en-US" sz="4349" spc="269">
              <a:solidFill>
                <a:srgbClr val="000000"/>
              </a:solidFill>
              <a:latin typeface="Alta"/>
              <a:ea typeface="Alta"/>
              <a:cs typeface="Alta"/>
              <a:sym typeface="Alta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170591" y="1170799"/>
            <a:ext cx="13210592" cy="3491675"/>
            <a:chOff x="0" y="0"/>
            <a:chExt cx="17614123" cy="4655567"/>
          </a:xfrm>
        </p:grpSpPr>
        <p:sp>
          <p:nvSpPr>
            <p:cNvPr id="5" name="TextBox 5"/>
            <p:cNvSpPr txBox="1"/>
            <p:nvPr/>
          </p:nvSpPr>
          <p:spPr>
            <a:xfrm>
              <a:off x="0" y="104775"/>
              <a:ext cx="17614123" cy="1054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42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98608"/>
              <a:ext cx="17545419" cy="2856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36"/>
                </a:lnSpc>
              </a:pP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játék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célja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játékos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feladata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hogy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kígyót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pályán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irányítva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minél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több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ételt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gyűjtsön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össze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miközben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elkerülje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falakat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és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saját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testét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 A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cél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minél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magasabb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pontszám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590" spc="50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elérése</a:t>
              </a:r>
              <a:r>
                <a:rPr lang="en-US" sz="3590" spc="50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</a:t>
              </a:r>
            </a:p>
            <a:p>
              <a:pPr algn="l">
                <a:lnSpc>
                  <a:spcPts val="4236"/>
                </a:lnSpc>
              </a:pPr>
              <a:endParaRPr lang="en-US" sz="3590" spc="5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</p:grpSp>
      <p:pic>
        <p:nvPicPr>
          <p:cNvPr id="8" name="Kép 7">
            <a:extLst>
              <a:ext uri="{FF2B5EF4-FFF2-40B4-BE49-F238E27FC236}">
                <a16:creationId xmlns:a16="http://schemas.microsoft.com/office/drawing/2014/main" id="{681BA1C5-1D05-4EA6-AC11-54EFE669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91" y="4662473"/>
            <a:ext cx="6897218" cy="4949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BB57EEE-76BF-4728-9B08-822C04F93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4533900"/>
            <a:ext cx="6897218" cy="49634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64070"/>
            <a:ext cx="11678024" cy="15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4350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MUNKAMEGOZTÁS</a:t>
            </a:r>
          </a:p>
          <a:p>
            <a:pPr algn="l">
              <a:lnSpc>
                <a:spcPts val="6002"/>
              </a:lnSpc>
            </a:pPr>
            <a:endParaRPr lang="en-US" sz="4350" spc="269">
              <a:solidFill>
                <a:srgbClr val="000000"/>
              </a:solidFill>
              <a:latin typeface="Alta"/>
              <a:ea typeface="Alta"/>
              <a:cs typeface="Alta"/>
              <a:sym typeface="Alt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539148"/>
            <a:ext cx="6109248" cy="6974585"/>
            <a:chOff x="0" y="0"/>
            <a:chExt cx="8145664" cy="9299447"/>
          </a:xfrm>
        </p:grpSpPr>
        <p:sp>
          <p:nvSpPr>
            <p:cNvPr id="4" name="TextBox 4"/>
            <p:cNvSpPr txBox="1"/>
            <p:nvPr/>
          </p:nvSpPr>
          <p:spPr>
            <a:xfrm>
              <a:off x="0" y="76200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3799" b="1" i="1" spc="79">
                  <a:solidFill>
                    <a:srgbClr val="000000"/>
                  </a:solidFill>
                  <a:latin typeface="Baskerville Display PT Bold Italics"/>
                  <a:ea typeface="Baskerville Display PT Bold Italics"/>
                  <a:cs typeface="Baskerville Display PT Bold Italics"/>
                  <a:sym typeface="Baskerville Display PT Bold Italics"/>
                </a:rPr>
                <a:t>Dóri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81960"/>
              <a:ext cx="8145664" cy="1954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3"/>
                </a:lnSpc>
              </a:pPr>
              <a:r>
                <a:rPr lang="en-US" sz="3299" spc="46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prezentáció, ppt készítése és kódolásban való részvétel</a:t>
              </a:r>
            </a:p>
            <a:p>
              <a:pPr algn="l">
                <a:lnSpc>
                  <a:spcPts val="3893"/>
                </a:lnSpc>
              </a:pPr>
              <a:endParaRPr lang="en-US" sz="3299" spc="4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50477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3799" b="1" i="1" spc="79">
                  <a:solidFill>
                    <a:srgbClr val="000000"/>
                  </a:solidFill>
                  <a:latin typeface="Baskerville Display PT Bold Italics"/>
                  <a:ea typeface="Baskerville Display PT Bold Italics"/>
                  <a:cs typeface="Baskerville Display PT Bold Italics"/>
                  <a:sym typeface="Baskerville Display PT Bold Italics"/>
                </a:rPr>
                <a:t>Ádám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56237"/>
              <a:ext cx="8145664" cy="1037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5"/>
                </a:lnSpc>
              </a:pPr>
              <a:r>
                <a:rPr lang="en-US" sz="3199" spc="4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főfeladat a játék kódolása</a:t>
              </a:r>
            </a:p>
            <a:p>
              <a:pPr algn="l">
                <a:lnSpc>
                  <a:spcPts val="2360"/>
                </a:lnSpc>
              </a:pPr>
              <a:endParaRPr lang="en-US" sz="3199" spc="4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08142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3799" b="1" i="1" spc="79">
                  <a:solidFill>
                    <a:srgbClr val="000000"/>
                  </a:solidFill>
                  <a:latin typeface="Baskerville Display PT Bold Italics"/>
                  <a:ea typeface="Baskerville Display PT Bold Italics"/>
                  <a:cs typeface="Baskerville Display PT Bold Italics"/>
                  <a:sym typeface="Baskerville Display PT Bold Italics"/>
                </a:rPr>
                <a:t>Krisztofer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613903"/>
              <a:ext cx="8145664" cy="16855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7"/>
                </a:lnSpc>
              </a:pPr>
              <a:r>
                <a:rPr lang="en-US" sz="3099" spc="43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dokumentáció készítése és segítség a kódolásban.</a:t>
              </a:r>
            </a:p>
            <a:p>
              <a:pPr algn="l">
                <a:lnSpc>
                  <a:spcPts val="2713"/>
                </a:lnSpc>
              </a:pPr>
              <a:endParaRPr lang="en-US" sz="3099" spc="4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</p:grpSp>
      <p:pic>
        <p:nvPicPr>
          <p:cNvPr id="11" name="Kép 10">
            <a:extLst>
              <a:ext uri="{FF2B5EF4-FFF2-40B4-BE49-F238E27FC236}">
                <a16:creationId xmlns:a16="http://schemas.microsoft.com/office/drawing/2014/main" id="{3DF42B63-9DA6-414A-9F29-87B92B517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866900"/>
            <a:ext cx="8047722" cy="60529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64070"/>
            <a:ext cx="11678024" cy="79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4350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TESZTELÉS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699" y="1417130"/>
            <a:ext cx="6109249" cy="9955529"/>
            <a:chOff x="-1" y="76200"/>
            <a:chExt cx="8145665" cy="13274039"/>
          </a:xfrm>
        </p:grpSpPr>
        <p:sp>
          <p:nvSpPr>
            <p:cNvPr id="4" name="TextBox 4"/>
            <p:cNvSpPr txBox="1"/>
            <p:nvPr/>
          </p:nvSpPr>
          <p:spPr>
            <a:xfrm>
              <a:off x="0" y="76200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81960"/>
              <a:ext cx="8145664" cy="3249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2464" lvl="1" indent="-356232" algn="l">
                <a:lnSpc>
                  <a:spcPts val="3893"/>
                </a:lnSpc>
                <a:buFont typeface="Arial"/>
                <a:buChar char="•"/>
              </a:pP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Több futtatás során ellenőriztük,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hogy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kígyó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megfelelően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mozog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és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nem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akad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össze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saját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299" spc="46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testével</a:t>
              </a: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</a:t>
              </a:r>
            </a:p>
            <a:p>
              <a:pPr algn="l">
                <a:lnSpc>
                  <a:spcPts val="3893"/>
                </a:lnSpc>
              </a:pPr>
              <a:endParaRPr lang="en-US" sz="3299" spc="46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145877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597656"/>
              <a:ext cx="8145664" cy="1950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4" lvl="1" indent="-345437" algn="l">
                <a:lnSpc>
                  <a:spcPts val="3775"/>
                </a:lnSpc>
                <a:buFont typeface="Arial"/>
                <a:buChar char="•"/>
              </a:pP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Teszteltünk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és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ütközéskezelést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 Test, </a:t>
              </a: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fal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önmaga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199" spc="44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étel</a:t>
              </a:r>
              <a:r>
                <a:rPr lang="en-US" sz="3199" spc="44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" y="7381494"/>
              <a:ext cx="7850998" cy="2787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9293" lvl="1" indent="-334646" algn="l">
                <a:lnSpc>
                  <a:spcPts val="3100"/>
                </a:lnSpc>
                <a:buFont typeface="Arial"/>
                <a:buChar char="•"/>
              </a:pP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Hibákjavítás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a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ChatGPT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segítségével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,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például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logikai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és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mozgáskezelési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problémák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</a:t>
              </a:r>
              <a:r>
                <a:rPr lang="en-US" sz="3100" spc="65" dirty="0" err="1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megoldása</a:t>
              </a:r>
              <a:r>
                <a:rPr lang="en-US" sz="3100" spc="65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.</a:t>
              </a:r>
            </a:p>
            <a:p>
              <a:pPr algn="l">
                <a:lnSpc>
                  <a:spcPts val="3799"/>
                </a:lnSpc>
              </a:pPr>
              <a:endParaRPr lang="en-US" sz="3100" spc="65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875725"/>
              <a:ext cx="8145664" cy="474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4350"/>
            <a:ext cx="11678024" cy="15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4350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TOVÁBBFEJLESZTÉSEK</a:t>
            </a:r>
          </a:p>
          <a:p>
            <a:pPr algn="l">
              <a:lnSpc>
                <a:spcPts val="6002"/>
              </a:lnSpc>
            </a:pPr>
            <a:endParaRPr lang="en-US" sz="4350" spc="269">
              <a:solidFill>
                <a:srgbClr val="000000"/>
              </a:solidFill>
              <a:latin typeface="Alta"/>
              <a:ea typeface="Alta"/>
              <a:cs typeface="Alta"/>
              <a:sym typeface="Alt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9980"/>
            <a:ext cx="8476585" cy="8935719"/>
            <a:chOff x="0" y="0"/>
            <a:chExt cx="11302114" cy="11914292"/>
          </a:xfrm>
        </p:grpSpPr>
        <p:sp>
          <p:nvSpPr>
            <p:cNvPr id="4" name="TextBox 4"/>
            <p:cNvSpPr txBox="1"/>
            <p:nvPr/>
          </p:nvSpPr>
          <p:spPr>
            <a:xfrm>
              <a:off x="0" y="76200"/>
              <a:ext cx="10893265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81960"/>
              <a:ext cx="11302114" cy="3249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3"/>
                </a:lnSpc>
              </a:pP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 Nehézségi szintek</a:t>
              </a:r>
            </a:p>
            <a:p>
              <a:pPr marL="712464" lvl="1" indent="-356232" algn="l">
                <a:lnSpc>
                  <a:spcPts val="3893"/>
                </a:lnSpc>
                <a:buFont typeface="Arial"/>
                <a:buChar char="•"/>
              </a:pP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Gyorsabb mozgás</a:t>
              </a:r>
            </a:p>
            <a:p>
              <a:pPr marL="712464" lvl="1" indent="-356232" algn="l">
                <a:lnSpc>
                  <a:spcPts val="3893"/>
                </a:lnSpc>
                <a:buFont typeface="Arial"/>
                <a:buChar char="•"/>
              </a:pP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Több akadály</a:t>
              </a:r>
            </a:p>
            <a:p>
              <a:pPr marL="712464" lvl="1" indent="-356232" algn="l">
                <a:lnSpc>
                  <a:spcPts val="3893"/>
                </a:lnSpc>
                <a:buFont typeface="Arial"/>
                <a:buChar char="•"/>
              </a:pPr>
              <a:r>
                <a:rPr lang="en-US" sz="3299" spc="46" dirty="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Kevesebb hely a pályán</a:t>
              </a:r>
            </a:p>
            <a:p>
              <a:pPr algn="l">
                <a:lnSpc>
                  <a:spcPts val="3893"/>
                </a:lnSpc>
              </a:pPr>
              <a:endParaRPr lang="en-US" sz="3299" spc="46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145877"/>
              <a:ext cx="10893265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051637"/>
              <a:ext cx="11302114" cy="3577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5"/>
                </a:lnSpc>
              </a:pPr>
              <a:r>
                <a:rPr lang="en-US" sz="3199" spc="4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Power-upok</a:t>
              </a:r>
            </a:p>
            <a:p>
              <a:pPr marL="690874" lvl="1" indent="-345437" algn="l">
                <a:lnSpc>
                  <a:spcPts val="3775"/>
                </a:lnSpc>
                <a:buFont typeface="Arial"/>
                <a:buChar char="•"/>
              </a:pPr>
              <a:r>
                <a:rPr lang="en-US" sz="3199" spc="4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+2 hossz helyett +1 vagy +3</a:t>
              </a:r>
            </a:p>
            <a:p>
              <a:pPr marL="690874" lvl="1" indent="-345437" algn="l">
                <a:lnSpc>
                  <a:spcPts val="3775"/>
                </a:lnSpc>
                <a:buFont typeface="Arial"/>
                <a:buChar char="•"/>
              </a:pPr>
              <a:r>
                <a:rPr lang="en-US" sz="3199" spc="4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Lassító/gyorsító bónusz</a:t>
              </a:r>
            </a:p>
            <a:p>
              <a:pPr algn="l">
                <a:lnSpc>
                  <a:spcPts val="3775"/>
                </a:lnSpc>
              </a:pPr>
              <a:endParaRPr lang="en-US" sz="3199" spc="4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  <a:p>
              <a:pPr algn="l">
                <a:lnSpc>
                  <a:spcPts val="3775"/>
                </a:lnSpc>
              </a:pPr>
              <a:endParaRPr lang="en-US" sz="3199" spc="4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  <a:p>
              <a:pPr algn="l">
                <a:lnSpc>
                  <a:spcPts val="2360"/>
                </a:lnSpc>
              </a:pPr>
              <a:endParaRPr lang="en-US" sz="3199" spc="4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543542"/>
              <a:ext cx="10893265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39778"/>
              <a:ext cx="11302114" cy="474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3"/>
                </a:lnSpc>
              </a:pPr>
              <a:endParaRPr/>
            </a:p>
          </p:txBody>
        </p:sp>
      </p:grpSp>
      <p:pic>
        <p:nvPicPr>
          <p:cNvPr id="11" name="Kép 10">
            <a:extLst>
              <a:ext uri="{FF2B5EF4-FFF2-40B4-BE49-F238E27FC236}">
                <a16:creationId xmlns:a16="http://schemas.microsoft.com/office/drawing/2014/main" id="{4EC47D32-1767-485D-9A33-618956BA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2089307"/>
            <a:ext cx="8133976" cy="58084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8936" y="717992"/>
            <a:ext cx="11678024" cy="155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4350" spc="269" dirty="0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ÖNÉRTÉKELÉS</a:t>
            </a:r>
          </a:p>
          <a:p>
            <a:pPr algn="l">
              <a:lnSpc>
                <a:spcPts val="6002"/>
              </a:lnSpc>
            </a:pPr>
            <a:endParaRPr lang="en-US" sz="4350" spc="269" dirty="0">
              <a:solidFill>
                <a:srgbClr val="000000"/>
              </a:solidFill>
              <a:latin typeface="Alta"/>
              <a:ea typeface="Alta"/>
              <a:cs typeface="Alta"/>
              <a:sym typeface="Alt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9980"/>
            <a:ext cx="6109248" cy="4609845"/>
            <a:chOff x="0" y="0"/>
            <a:chExt cx="8145664" cy="6146460"/>
          </a:xfrm>
        </p:grpSpPr>
        <p:sp>
          <p:nvSpPr>
            <p:cNvPr id="4" name="TextBox 4"/>
            <p:cNvSpPr txBox="1"/>
            <p:nvPr/>
          </p:nvSpPr>
          <p:spPr>
            <a:xfrm>
              <a:off x="0" y="76200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81960"/>
              <a:ext cx="8145664" cy="658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93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555077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51312"/>
              <a:ext cx="8145664" cy="409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0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75710"/>
              <a:ext cx="7850998" cy="687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671946"/>
              <a:ext cx="8145664" cy="474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3"/>
                </a:lnSpc>
              </a:pPr>
              <a:endParaRPr/>
            </a:p>
          </p:txBody>
        </p:sp>
      </p:grp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E19ED13-A671-4E0C-8E0F-402AD33CE960}"/>
              </a:ext>
            </a:extLst>
          </p:cNvPr>
          <p:cNvSpPr txBox="1"/>
          <p:nvPr/>
        </p:nvSpPr>
        <p:spPr>
          <a:xfrm>
            <a:off x="914400" y="2120676"/>
            <a:ext cx="9580351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>
                <a:latin typeface="TT Chocolates" panose="020B0604020202020204" charset="-18"/>
              </a:rPr>
              <a:t>A projekt során csapatként hatékonyan tudtunk együtt dolgozni, és mindenki hozzájárult ahhoz, hogy a játék időben és jó minőségben elkészüljön. A feladatok megosztása egyértelmű volt, és mindenki felelősségteljesen végezte a saját részét.</a:t>
            </a:r>
          </a:p>
          <a:p>
            <a:endParaRPr lang="hu-HU" sz="3200" dirty="0">
              <a:latin typeface="TT Chocolates" panose="020B0604020202020204" charset="-18"/>
            </a:endParaRPr>
          </a:p>
          <a:p>
            <a:r>
              <a:rPr lang="hu-HU" sz="3200" dirty="0">
                <a:latin typeface="TT Chocolates" panose="020B0604020202020204" charset="-18"/>
              </a:rPr>
              <a:t>A mesterséges intelligencia használata külön előnyt jelentett. A közös munka során fejlődött a kommunikációnk, a szervezettségünk és a kreatív gondolkodásunk is.</a:t>
            </a:r>
          </a:p>
          <a:p>
            <a:endParaRPr lang="hu-HU" sz="3200" dirty="0">
              <a:latin typeface="TT Chocolates" panose="020B0604020202020204" charset="-18"/>
            </a:endParaRPr>
          </a:p>
          <a:p>
            <a:r>
              <a:rPr lang="hu-HU" sz="3200" dirty="0">
                <a:latin typeface="TT Chocolates" panose="020B0604020202020204" charset="-18"/>
              </a:rPr>
              <a:t>Úgy gondoljuk, hogy a projekt sikeres volt, és elégedettek vagyunk az elkészült játékkal.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t="-39687" r="-6525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66056" y="5198970"/>
            <a:ext cx="4949845" cy="877336"/>
            <a:chOff x="0" y="0"/>
            <a:chExt cx="6599794" cy="1169781"/>
          </a:xfrm>
        </p:grpSpPr>
        <p:sp>
          <p:nvSpPr>
            <p:cNvPr id="4" name="TextBox 4"/>
            <p:cNvSpPr txBox="1"/>
            <p:nvPr/>
          </p:nvSpPr>
          <p:spPr>
            <a:xfrm>
              <a:off x="0" y="57150"/>
              <a:ext cx="6599794" cy="461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1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3569"/>
              <a:ext cx="6599794" cy="426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403061"/>
            <a:ext cx="16230600" cy="79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2"/>
              </a:lnSpc>
            </a:pPr>
            <a:r>
              <a:rPr lang="en-US" sz="4350" spc="269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KÖSZÖNJÜK A FIGYELMET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281</Words>
  <Application>Microsoft Office PowerPoint</Application>
  <PresentationFormat>Egyéni</PresentationFormat>
  <Paragraphs>35</Paragraphs>
  <Slides>8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6" baseType="lpstr">
      <vt:lpstr>Calibri</vt:lpstr>
      <vt:lpstr>TT Chocolates</vt:lpstr>
      <vt:lpstr>TAN Mon Cheri</vt:lpstr>
      <vt:lpstr>Alta</vt:lpstr>
      <vt:lpstr>Alta Light</vt:lpstr>
      <vt:lpstr>Arial</vt:lpstr>
      <vt:lpstr>Baskerville Display PT Bold Italics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 Simple Elegant Luxury Florist Planner Event Styling Project Proposal Presentation</dc:title>
  <cp:lastModifiedBy>Kántor Dorottya 227</cp:lastModifiedBy>
  <cp:revision>2</cp:revision>
  <dcterms:created xsi:type="dcterms:W3CDTF">2006-08-16T00:00:00Z</dcterms:created>
  <dcterms:modified xsi:type="dcterms:W3CDTF">2025-12-04T08:14:25Z</dcterms:modified>
  <dc:identifier>DAG6L3gMzmk</dc:identifier>
</cp:coreProperties>
</file>